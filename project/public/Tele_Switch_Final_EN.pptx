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remote control &amp; monitoring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971800"/>
            <a:ext cx="1490472" cy="38404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3063240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971800"/>
            <a:ext cx="1984248" cy="38404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3063240"/>
            <a:ext cx="1655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(GSM/GPRS)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447288"/>
            <a:ext cx="1819656" cy="38404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538728"/>
            <a:ext cx="1490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Regulator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06624" y="3447288"/>
            <a:ext cx="1161288" cy="38404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3538728"/>
            <a:ext cx="832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Relays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097280"/>
            <a:ext cx="50749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tele_switch_assets/s01_p02_103a867a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374660"/>
            <a:ext cx="4800600" cy="27030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Tele Switch is and why it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57607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02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device built around an Arduino Nano microcontroller that can communicate via SMS. It provides an easy platform for remote control and monitoring of devices and systems.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its small size and low power consumption, Tele Switch is a practical choice for building connected, smart systems that can be controlled and monitored from anywhere.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29400" y="1325880"/>
            <a:ext cx="49194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tele_switch_assets/s03_p03_34c4937cb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246610"/>
            <a:ext cx="4736592" cy="327917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626364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(routing view)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0972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 enables remote control and monitoring for up to four devices, with an easy path to expand the number of outputs and the effective range.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monitor up to 4 devices remotely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design (more devices / extended range)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behavior (Arduino / C++)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consumption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form factor for space‑constrained projects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devices anytime, from anywhere via SMS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1874520"/>
            <a:ext cx="4434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tele_switch_assets/s08_p02_3dae40928f.jpg">    </p:cNvPr>
          <p:cNvPicPr>
            <a:picLocks noChangeAspect="1"/>
          </p:cNvPicPr>
          <p:nvPr/>
        </p:nvPicPr>
        <p:blipFill>
          <a:blip r:embed="rId1"/>
          <a:srcRect l="9914" r="9914" t="0" b="0"/>
          <a:stretch/>
        </p:blipFill>
        <p:spPr>
          <a:xfrm>
            <a:off x="7040880" y="2011680"/>
            <a:ext cx="4251960" cy="3977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0" y="596188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(assembled board)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building blocks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that enable SMS control and stable operation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800" dirty="0"/>
          </a:p>
        </p:txBody>
      </p:sp>
      <p:pic>
        <p:nvPicPr>
          <p:cNvPr id="8" name="Image 0" descr="/mnt/data/tele_switch_assets/s04_p02_def8b5d5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240280"/>
            <a:ext cx="2057400" cy="2057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434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that runs the logic and controls outputs.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17720" y="146304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(GSM/GPRS)</a:t>
            </a:r>
            <a:endParaRPr lang="en-US" sz="1800" dirty="0"/>
          </a:p>
        </p:txBody>
      </p:sp>
      <p:pic>
        <p:nvPicPr>
          <p:cNvPr id="12" name="Image 1" descr="/mnt/data/tele_switch_assets/s04_p03_90ecbc175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240280"/>
            <a:ext cx="2057400" cy="2057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4434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SMS communication, even in low‑signal areas.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95360" y="146304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915400" y="1783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regulator</a:t>
            </a:r>
            <a:endParaRPr lang="en-US" sz="1800" dirty="0"/>
          </a:p>
        </p:txBody>
      </p:sp>
      <p:pic>
        <p:nvPicPr>
          <p:cNvPr id="16" name="Image 2" descr="/mnt/data/tele_switch_assets/s04_p04_3c0b618a6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240280"/>
            <a:ext cx="2057400" cy="2057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4434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stable power for reliable operation.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2573000" y="146304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12893040" y="17830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components form an efficient platform for remote control and monitoring of a wide variety of devices and systems.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2893040" y="3474720"/>
            <a:ext cx="2971800" cy="2697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3075920" y="3703320"/>
            <a:ext cx="2697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interface for control + alerts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power delivery (LM2596)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logic (Arduino Nano)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outputs + LED status indicators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control and monitoring without requiring internet access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64465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00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SIM800L GSM/GPRS module enables a dependable way to control and monitor systems via SMS — even where coverage is weak or internet access is unavailable.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5852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remote or low‑signal areas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remote sensing and monitoring projects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alerts when specific conditions are met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save time and resources by enabling remote management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operational efficiency across many applications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1325880"/>
            <a:ext cx="4251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tele_switch_assets/s04_p03_90ecbc17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508760"/>
            <a:ext cx="205740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0" y="35204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GSM/GPRS module</a:t>
            </a:r>
            <a:endParaRPr lang="en-US" sz="1000" dirty="0"/>
          </a:p>
        </p:txBody>
      </p:sp>
      <p:pic>
        <p:nvPicPr>
          <p:cNvPr id="12" name="Image 1" descr="/mnt/data/tele_switch_assets/s17_p03_d2ddb098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794760"/>
            <a:ext cx="1828800" cy="1828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58064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connectivity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compact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LM2596 voltage regulator, Tele Switch is designed for stable power delivery and reliable operation while keeping power consumption low.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58521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consumption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footprint for projects with limited space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fit for small and remote applications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capability makes it practical for remote monitoring/control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design suitable for many different projects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1325880"/>
            <a:ext cx="4251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tele_switch_assets/s04_p04_3c0b618a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0" y="1600200"/>
            <a:ext cx="2194560" cy="2194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06640" y="37490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step‑down regulator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0" y="4160520"/>
            <a:ext cx="388620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43434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focus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470916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power + compact hardware → a dependable platform for SMS‑controlled automation.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view + functional blocks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6583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tele_switch_assets/s07_p02_e49d3a481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198" y="1463040"/>
            <a:ext cx="6049443" cy="4800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325880"/>
            <a:ext cx="4069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18120" y="16002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signals flow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18120" y="2057400"/>
            <a:ext cx="342900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221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network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368028" y="2788920"/>
            <a:ext cx="329184" cy="201168"/>
          </a:xfrm>
          <a:prstGeom prst="down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18120" y="3035808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32004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68028" y="3767328"/>
            <a:ext cx="329184" cy="201168"/>
          </a:xfrm>
          <a:prstGeom prst="down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18120" y="4014216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1788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368028" y="4745736"/>
            <a:ext cx="329184" cy="201168"/>
          </a:xfrm>
          <a:prstGeom prst="down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18120" y="4992624"/>
            <a:ext cx="342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18120" y="51572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+ LEDs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18120" y="56692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SMS messages are decoded by SIM800L, processed by the Arduino, and mapped to relay outputs with LED status indication.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SMS message to device control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6309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00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high level: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data from the SMS module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it with the microcontroller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four relays (outputs) and drive four LEDs (status)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remote control of connected devices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4206240"/>
            <a:ext cx="1737360" cy="731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4407408"/>
            <a:ext cx="274320" cy="329184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420624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logic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4407408"/>
            <a:ext cx="274320" cy="329184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420624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4434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outputs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1325880"/>
            <a:ext cx="44348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/mnt/data/tele_switch_assets/s08_p02_3dae40928f.jpg">    </p:cNvPr>
          <p:cNvPicPr>
            <a:picLocks noChangeAspect="1"/>
          </p:cNvPicPr>
          <p:nvPr/>
        </p:nvPicPr>
        <p:blipFill>
          <a:blip r:embed="rId1"/>
          <a:srcRect l="15530" r="15530" t="0" b="0"/>
          <a:stretch/>
        </p:blipFill>
        <p:spPr>
          <a:xfrm>
            <a:off x="7315200" y="1463040"/>
            <a:ext cx="4160520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15200" y="6053328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prototype board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enclosure size: 16 × 9 × 4 cm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715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tele_switch_assets/s09_p02_1a2338be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35347"/>
            <a:ext cx="5257800" cy="32674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263640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base 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1691640"/>
            <a:ext cx="50109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tele_switch_assets/s09_p03_446b408f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892977"/>
            <a:ext cx="4553712" cy="23522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0" y="6263640"/>
            <a:ext cx="4553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box view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0972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 is a general-purpose SMS control &amp; monitoring platform. Typical applications include: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331720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/mnt/data/tele_switch_assets/s10_p04_9d0ddfc6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96312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27157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89120" y="2331720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/mnt/data/tele_switch_assets/s10_p02_8ae0c5426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96312"/>
            <a:ext cx="868680" cy="868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7157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automation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005840" y="3886200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/mnt/data/tele_switch_assets/s10_p03_2ad3e74f1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050792"/>
            <a:ext cx="868680" cy="8686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48840" y="4270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surveillance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389120" y="3886200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3" descr="/mnt/data/tele_switch_assets/s10_p05_59655e10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50792"/>
            <a:ext cx="868680" cy="8686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4270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1005840" y="5440680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/mnt/data/tele_switch_assets/s10_p06_438eb5e26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605272"/>
            <a:ext cx="868680" cy="8686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148840" y="58247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farming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8275320" y="2331720"/>
            <a:ext cx="3337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5" descr="/mnt/data/tele_switch_assets/s01_p02_103a867a7d.png">    </p:cNvPr>
          <p:cNvPicPr>
            <a:picLocks noChangeAspect="1"/>
          </p:cNvPicPr>
          <p:nvPr/>
        </p:nvPicPr>
        <p:blipFill>
          <a:blip r:embed="rId6"/>
          <a:srcRect l="27412" r="27412" t="0" b="0"/>
          <a:stretch/>
        </p:blipFill>
        <p:spPr>
          <a:xfrm>
            <a:off x="8366760" y="2423160"/>
            <a:ext cx="3154680" cy="39319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92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tele_switch_assets/s10_p05_59655e10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5852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 and monitoring of industrial equipment and machinery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 alerts when specific conditions occur (equipment failure, abnormal states)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reduce downtime by enabling quick response from anywhere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0" y="1325880"/>
            <a:ext cx="4251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tele_switch_assets/s07_p02_e49d3a481c.jpg">    </p:cNvPr>
          <p:cNvPicPr>
            <a:picLocks noChangeAspect="1"/>
          </p:cNvPicPr>
          <p:nvPr/>
        </p:nvPicPr>
        <p:blipFill>
          <a:blip r:embed="rId2"/>
          <a:srcRect l="15131" r="15131" t="0" b="0"/>
          <a:stretch/>
        </p:blipFill>
        <p:spPr>
          <a:xfrm>
            <a:off x="7452360" y="1463040"/>
            <a:ext cx="3977640" cy="4526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60533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schematic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farming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92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tele_switch_assets/s10_p06_438eb5e2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farming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5852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control factors such as humidity, temperature, and soil moisture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 alerts for conditions like low soil moisture or high temperature fluctuations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building block for precision agriculture projects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0" y="1325880"/>
            <a:ext cx="4251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tele_switch_assets/s08_p02_3dae40928f.jpg">    </p:cNvPr>
          <p:cNvPicPr>
            <a:picLocks noChangeAspect="1"/>
          </p:cNvPicPr>
          <p:nvPr/>
        </p:nvPicPr>
        <p:blipFill>
          <a:blip r:embed="rId2"/>
          <a:srcRect l="17045" r="17045" t="0" b="0"/>
          <a:stretch/>
        </p:blipFill>
        <p:spPr>
          <a:xfrm>
            <a:off x="7452360" y="1463040"/>
            <a:ext cx="3977640" cy="4526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60533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surveillance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92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tele_switch_assets/s10_p03_2ad3e74f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surveillance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5852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security devices such as cameras and motion sensors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 alerts when motion or intrusion is detected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remote or hard‑to‑reach locations where quick alerts matter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0" y="1325880"/>
            <a:ext cx="4251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tele_switch_assets/s08_p02_3dae40928f.jpg">    </p:cNvPr>
          <p:cNvPicPr>
            <a:picLocks noChangeAspect="1"/>
          </p:cNvPicPr>
          <p:nvPr/>
        </p:nvPicPr>
        <p:blipFill>
          <a:blip r:embed="rId2"/>
          <a:srcRect l="17045" r="17045" t="0" b="0"/>
          <a:stretch/>
        </p:blipFill>
        <p:spPr>
          <a:xfrm>
            <a:off x="7452360" y="1463040"/>
            <a:ext cx="3977640" cy="4526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60533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automation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92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tele_switch_assets/s10_p02_8ae0c542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automation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5852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monitor appliances like lights and air conditioners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 commands to turn devices ON/OFF or adjust settings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energy management by enabling scheduled or remote control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0" y="1325880"/>
            <a:ext cx="4251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tele_switch_assets/s08_p02_3dae40928f.jpg">    </p:cNvPr>
          <p:cNvPicPr>
            <a:picLocks noChangeAspect="1"/>
          </p:cNvPicPr>
          <p:nvPr/>
        </p:nvPicPr>
        <p:blipFill>
          <a:blip r:embed="rId2"/>
          <a:srcRect l="17045" r="17045" t="0" b="0"/>
          <a:stretch/>
        </p:blipFill>
        <p:spPr>
          <a:xfrm>
            <a:off x="7452360" y="1463040"/>
            <a:ext cx="3977640" cy="4526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60533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92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tele_switch_assets/s10_p04_9d0ddfc6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5852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environmental conditions such as air quality, temperature, and humidity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 alerts for conditions like high pollution levels or temperature fluctuations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monitoring in remote regions without reliable internet connectivity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0" y="1325880"/>
            <a:ext cx="42519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mnt/data/tele_switch_assets/s08_p02_3dae40928f.jpg">    </p:cNvPr>
          <p:cNvPicPr>
            <a:picLocks noChangeAspect="1"/>
          </p:cNvPicPr>
          <p:nvPr/>
        </p:nvPicPr>
        <p:blipFill>
          <a:blip r:embed="rId2"/>
          <a:srcRect l="17045" r="17045" t="0" b="0"/>
          <a:stretch/>
        </p:blipFill>
        <p:spPr>
          <a:xfrm>
            <a:off x="7452360" y="1463040"/>
            <a:ext cx="3977640" cy="4526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60533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Tele Switch fits into larger connected systems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67208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00200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(Internet of Things)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6080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an Arduino-based controller with SMS communication, Tele Switch can connect and communicate with other devices and smart systems — activated by one or many users.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6126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larger remote‑monitoring systems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smart‑home setup that receives SMS commands to control lighting and temperature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agricultural monitoring that collects sensor data and forwards it to a central database for analysis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programmability enables customization for project‑specific needs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43800" y="1325880"/>
            <a:ext cx="4069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mnt/data/tele_switch_assets/s17_p02_bdcc6800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600200"/>
            <a:ext cx="1463040" cy="1463040"/>
          </a:xfrm>
          <a:prstGeom prst="rect">
            <a:avLst/>
          </a:prstGeom>
        </p:spPr>
      </p:pic>
      <p:pic>
        <p:nvPicPr>
          <p:cNvPr id="12" name="Image 1" descr="/mnt/data/tele_switch_assets/s18_p02_c9a2a0f5b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063240"/>
            <a:ext cx="2377440" cy="2377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818120" y="5532120"/>
            <a:ext cx="3520440" cy="7772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09560" y="56235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connected projects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(without relying on Wi‑Fi)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646480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63721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le_switch_assets/s08_p02_3dae40928f.jpg">    </p:cNvPr>
          <p:cNvPicPr>
            <a:picLocks noChangeAspect="1"/>
          </p:cNvPicPr>
          <p:nvPr/>
        </p:nvPicPr>
        <p:blipFill>
          <a:blip r:embed="rId1"/>
          <a:srcRect l="0" r="0"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097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686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Switch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0" y="1234440"/>
            <a:ext cx="4343400" cy="3657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0" y="15087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DYAD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89520" y="19659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24028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Shayan Doroudiani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Sahand Khojasteh Ahmadi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89520" y="3154680"/>
            <a:ext cx="3794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33375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2023 (Spring 1402)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89520" y="39776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"Spring 1402" refers to the Iranian Solar Hijri calendar.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2026-01-10T23:57:05Z</dcterms:created>
  <dcterms:modified xsi:type="dcterms:W3CDTF">2026-01-10T23:57:05Z</dcterms:modified>
</cp:coreProperties>
</file>